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DSA 210 – Project Phase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Premier League Player Performance vs Market Value</a:t>
            </a:r>
          </a:p>
          <a:p>
            <a:pPr/>
            <a:r>
              <a:t>Alper Güz – 32488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Analyze how performance affects market value.</a:t>
            </a:r>
          </a:p>
          <a:p>
            <a:pPr/>
            <a:r>
              <a:t>Important for transfers, contracts, team building.</a:t>
            </a:r>
          </a:p>
          <a:p>
            <a:pPr/>
            <a:r>
              <a:t>Goal: Find which performance stats best predict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FBref dataset: goals, assists, minutes, xG, xAG, npxG.</a:t>
            </a:r>
          </a:p>
          <a:p>
            <a:pPr/>
            <a:r>
              <a:t>Transfermarkt dataset: market values, ages, positions.</a:t>
            </a:r>
          </a:p>
          <a:p>
            <a:pPr/>
            <a:r>
              <a:t>Datasets merged after name cleaning.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Converted market value to numeric (EUR).</a:t>
            </a:r>
          </a:p>
          <a:p>
            <a:pPr/>
            <a:r>
              <a:t>Cleaned NaNs and inconsistencies.</a:t>
            </a:r>
          </a:p>
          <a:p>
            <a:pPr/>
            <a:r>
              <a:t>Created 'player_clean' column for merging.</a:t>
            </a:r>
          </a:p>
          <a:p>
            <a:pPr/>
            <a:r>
              <a:t>Merged stats + market values into final dataframe.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Market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Market values are heavily right-skewed.</a:t>
            </a:r>
          </a:p>
          <a:p>
            <a:pPr/>
            <a:r>
              <a:t>Most players worth under €30M.</a:t>
            </a:r>
          </a:p>
          <a:p>
            <a:pPr/>
            <a:r>
              <a:t>Few superstars exceed €100M.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vs Market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Moderate positive correlation.</a:t>
            </a:r>
          </a:p>
          <a:p>
            <a:pPr/>
            <a:r>
              <a:t>More goals generally → higher value.</a:t>
            </a:r>
          </a:p>
          <a:p>
            <a:pPr/>
            <a:r>
              <a:t>Outliers caused by position differences.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Assists vs Market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Positive correlation but weaker.</a:t>
            </a:r>
          </a:p>
          <a:p>
            <a:pPr/>
            <a:r>
              <a:t>Creative players valued higher.</a:t>
            </a:r>
          </a:p>
          <a:p>
            <a:pPr/>
            <a:r>
              <a:t>Some high-value players don't rely on assists.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Minutes vs Market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Weak trend: more minutes = more trust = slightly higher value.</a:t>
            </a:r>
          </a:p>
          <a:p>
            <a:pPr/>
            <a:r>
              <a:t>Young talents may have low minutes but high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Highest correlations with Market Value:</a:t>
            </a:r>
          </a:p>
          <a:p>
            <a:pPr/>
            <a:r>
              <a:t>• xG</a:t>
            </a:r>
          </a:p>
          <a:p>
            <a:pPr/>
            <a:r>
              <a:t>• Goals</a:t>
            </a:r>
          </a:p>
          <a:p>
            <a:pPr/>
            <a:r>
              <a:t>• npxG</a:t>
            </a:r>
          </a:p>
          <a:p>
            <a:pPr/>
            <a:r>
              <a:t>Lower correlation with assists and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Descriptive statistics calculated.</a:t>
            </a:r>
          </a:p>
          <a:p>
            <a:pPr/>
            <a:r>
              <a:t>Normality tests applied.</a:t>
            </a:r>
          </a:p>
          <a:p>
            <a:pPr/>
            <a:r>
              <a:t>Scatter plots &amp; heatmap created.</a:t>
            </a:r>
          </a:p>
          <a:p>
            <a:pPr/>
            <a:r>
              <a:t>Correlation analysis completed.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H₀: No significant relationship between performance and value.</a:t>
            </a:r>
          </a:p>
          <a:p>
            <a:pPr/>
            <a:r>
              <a:t>H₁: Significant relationship exists.</a:t>
            </a:r>
          </a:p>
          <a:p>
            <a:pPr/>
            <a:r>
              <a:t>Used Shapiro-Wilk + Spearman/Pearson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Market Value not normal → Spearman correlation used.</a:t>
            </a:r>
          </a:p>
          <a:p>
            <a:pPr/>
            <a:r>
              <a:t>Goals vs Market Value: significant positive relationship.</a:t>
            </a:r>
          </a:p>
          <a:p>
            <a:pPr/>
            <a:r>
              <a:t>xG vs Market Value: strongest significance.</a:t>
            </a:r>
          </a:p>
          <a:p>
            <a:pPr/>
            <a:r>
              <a:t>Conclusion: Reject H₀ → performance affects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Transfermarkt values are estimates.</a:t>
            </a:r>
          </a:p>
          <a:p>
            <a:pPr/>
            <a:r>
              <a:t>Positions strongly affect value.</a:t>
            </a:r>
          </a:p>
          <a:p>
            <a:pPr/>
            <a:r>
              <a:t>Injuries, age, contracts not included.</a:t>
            </a:r>
          </a:p>
          <a:p>
            <a:pPr/>
            <a:r>
              <a:t>Only one season of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Train ML models (Linear Regression, Random Forest).</a:t>
            </a:r>
          </a:p>
          <a:p>
            <a:pPr/>
            <a:r>
              <a:t>Include position-adjusted valuation.</a:t>
            </a:r>
          </a:p>
          <a:p>
            <a:pPr/>
            <a:r>
              <a:t>Analyze multiple seasons.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Alper Güz 32488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